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[00:00 - 00:30] 표지 및 시작 인사</a:t>
            </a:r>
          </a:p>
          <a:p>
            <a:r>
              <a:t>“안녕하십니까, 인디 뮤지션을 위한 AI 발매 준비 플랫폼 '발매로'의 발표를 맡은 팀장입니다.</a:t>
            </a:r>
          </a:p>
          <a:p>
            <a:r>
              <a:t>저희 서비스의 핵심 슬로건은 '음원 한 곡에서, 발매 가능한 릴리즈 팩까지'입니다.</a:t>
            </a:r>
          </a:p>
          <a:p>
            <a:r>
              <a:t>오늘 발표를 통해 창작자가 음악을 완성한 뒤 마주하는 발매 준비의 병목을 AI로 어떻게 해결했는지 말씀드리겠습니다.”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[00:30 - 01:30] 문제 정의 스크립트</a:t>
            </a:r>
          </a:p>
          <a:p>
            <a:r>
              <a:t>“곡을 만드는 것과 곡을 발매하는 것은 완전히 다른 영역이었습니다.</a:t>
            </a:r>
          </a:p>
          <a:p>
            <a:r>
              <a:t>저희는 처음에 '전문 인디밴드에게 앨범 커버를 만들어주면 좋아하겠지'라고 생각했습니다.</a:t>
            </a:r>
          </a:p>
          <a:p>
            <a:r>
              <a:t>하지만 실제로 만나본 인디밴드는 본인만의 예술적 감각이 뚜렷해 AI 비주얼에 만족하지 못했습니다.</a:t>
            </a:r>
          </a:p>
          <a:p>
            <a:r>
              <a:t>그 과정에서 발견한 진짜 문제는 디자인 그 자체가 아니라, 유통사별 규격에 맞춘 메타데이터, A&amp;R 소개글, 복잡한 발매 준비 절차가 파편화되어 있다는 점이었습니다.”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[01:30 - 02:30] 솔루션 및 방향 전환 스크립트</a:t>
            </a:r>
          </a:p>
          <a:p>
            <a:r>
              <a:t>“저희는 팀 결정(DECISIONS #30)을 통해 과감하게 타겟과 제품 중심을 재정의했습니다.</a:t>
            </a:r>
          </a:p>
          <a:p>
            <a:r>
              <a:t>타겟을 전문 인디밴드에서 '처음 발매에 도전하는 학생, 개인 창작자'로 바꾸고,</a:t>
            </a:r>
          </a:p>
          <a:p>
            <a:r>
              <a:t>비주얼 제작 도구에서 '발매 준비 올인원 플랫폼'으로 제품의 범위를 확장했습니다.</a:t>
            </a:r>
          </a:p>
          <a:p>
            <a:r>
              <a:t>그 결과, 안전한 발매 준비 규격 검사부터 숏폼 홍보 영상, 그리고 동료 창작자들의 반응을 확인하는 '들어봐' 커뮤니티까지 한 번에 끝내는 발매로가 탄생했습니다.</a:t>
            </a:r>
          </a:p>
          <a:p>
            <a:r>
              <a:t>그럼 실제로 서비스가 어떻게 작동하는지 시연 화면을 보여드리겠습니다.”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[02:30 - 05:00] 데모 시연 스크립트</a:t>
            </a:r>
          </a:p>
          <a:p>
            <a:r>
              <a:t>“실제 서비스 시연 화면입니다. 발매로는 4단계 흐름으로 진행됩니다.</a:t>
            </a:r>
          </a:p>
          <a:p>
            <a:r>
              <a:t>Step 1: 음원을 올리면 librosa가 BPM과 오디오 특성을 3초 만에 추출합니다.</a:t>
            </a:r>
          </a:p>
          <a:p>
            <a:r>
              <a:t>Step 2: Gemini가 곡을 듣고 A&amp;R 기획 초안을 제시합니다. 중요한 건 창작자가 연필 아이콘을 눌러 직접 수정할 수 있다는 점입니다.</a:t>
            </a:r>
          </a:p>
          <a:p>
            <a:r>
              <a:t>Step 3: 승인된 콘셉트를 바탕으로 커버 아트워크와 숏폼·Canvas 비디오가 생성됩니다.</a:t>
            </a:r>
          </a:p>
          <a:p>
            <a:r>
              <a:t>Step 4: 마지막으로 유통사 제출 규격 검사를 거쳐 마감일 계산표와 ZIP 릴리즈 팩이 완성됩니다.</a:t>
            </a:r>
          </a:p>
          <a:p>
            <a:r>
              <a:t>그리고 피봇의 세 번째 축인 '들어봐' 커뮤니티로 넘어가 내 노래를 공개하고 동료 창작자들의 별점과 태그 반응을 확인하는 과정까지 10초 만에 완결됩니다.”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[05:00 - 05:45] 시스템 아키텍처 스크립트</a:t>
            </a:r>
          </a:p>
          <a:p>
            <a:r>
              <a:t>“이 모든 과정을 가능하게 하는 발매로의 시스템 구조입니다.</a:t>
            </a:r>
          </a:p>
          <a:p>
            <a:r>
              <a:t>Vercel에 배포된 반응형 React 프론트엔드가 Oracle Cloud VM의 FastAPI 백엔드와 비동기로 통신합니다.</a:t>
            </a:r>
          </a:p>
          <a:p>
            <a:r>
              <a:t>백엔드는 사운드 처리 엔진과 비디오 생성기를 자체 구동하며,</a:t>
            </a:r>
          </a:p>
          <a:p>
            <a:r>
              <a:t>Gemini 3.8 Flash 오디오 모델과 코디세이 이미지 API를 LangChain 오케스트레이터로 연결해 안정적으로 결과를 도출합니다.”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[05:45 - 06:30] 핵심 기술 1 스크립트</a:t>
            </a:r>
          </a:p>
          <a:p>
            <a:r>
              <a:t>“첫 번째 핵심 기술은 2-Track 하이브리드 오디오 엔진입니다.</a:t>
            </a:r>
          </a:p>
          <a:p>
            <a:r>
              <a:t>음악을 분석할 때 숫자로만 보면 감성이 빠지고, LLM으로만 보면 정확한 BPM 같은 물리량을 놓칩니다.</a:t>
            </a:r>
          </a:p>
          <a:p>
            <a:r>
              <a:t>따라서 저희는 librosa DSP로 BPM과 사운드 에너지를 정량 추출하고,</a:t>
            </a:r>
          </a:p>
          <a:p>
            <a:r>
              <a:t>동시에 Gemini 3.8 Flash에 오디오를 직접 들려주어 보컬과 무드를 감성적으로 해석했습니다.</a:t>
            </a:r>
          </a:p>
          <a:p>
            <a:r>
              <a:t>이 분석 결과는 사용자가 검토하고 직접 수정할 수 있는 최적의 초안으로 제공됩니다.”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[06:30 - 07:15] 핵심 기술 2 스크립트</a:t>
            </a:r>
          </a:p>
          <a:p>
            <a:r>
              <a:t>“두 번째 핵심 기술은 LangChain 기반의 멀티에이전트 협업 구조입니다.</a:t>
            </a:r>
          </a:p>
          <a:p>
            <a:r>
              <a:t>단일 프롬프트에 모든 요청을 몰아넣으면 환각이 생기고 품질이 급격히 떨어집니다.</a:t>
            </a:r>
          </a:p>
          <a:p>
            <a:r>
              <a:t>발매로는 A&amp;R 에이전트가 중심 콘셉트를 잡고, 창작자가 이를 수락하면,</a:t>
            </a:r>
          </a:p>
          <a:p>
            <a:r>
              <a:t>비주얼 디렉터, 카피라이터, 피칭, 에디토리얼 등 총 5종의 전문 에이전트가 병렬로 작동하여 커버 아트, 숏폼 영상, 채널별 홍보문과 피칭 텍스트를 완성합니다.</a:t>
            </a:r>
          </a:p>
          <a:p>
            <a:r>
              <a:t>도구 호출을 지원하지 않는 환경에서도 JSON 스키마 파서를 통해 견고하게 데이터를 전달하도록 구현했습니다.”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[07:15 - 08:00] 피드백 및 테스트 스크립트</a:t>
            </a:r>
          </a:p>
          <a:p>
            <a:r>
              <a:t>“실제 사용자 테스트 결과와 개선 내역입니다.</a:t>
            </a:r>
          </a:p>
          <a:p>
            <a:r>
              <a:t>10월 16일부터 19일까지 서버 기록 기준 총 35명이 서비스를 사용했습니다.</a:t>
            </a:r>
          </a:p>
          <a:p>
            <a:r>
              <a:t>19명이 발매 준비를, 16명이 들어봐 반응에 참여했습니다.</a:t>
            </a:r>
          </a:p>
          <a:p>
            <a:r>
              <a:t>특히 노트를 직접 수정한 작업 비율이 71%에 달했고, 홍보 글은 설문 참여자 3명 전원이 '그대로 쓸 수 있다'고 답했습니다.</a:t>
            </a:r>
          </a:p>
          <a:p>
            <a:r>
              <a:t>또한 초기 피드백에서 커버 생성에 5분 이상 걸리던 문제를 키 로테이션과 후보 최적화로 체험 작업 실측 81초까지 단축시켰고,</a:t>
            </a:r>
          </a:p>
          <a:p>
            <a:r>
              <a:t>노트 수정 안내와 예시곡 체험 모드를 추가하여 사용성을 대폭 끌어올렸습니다.”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[08:00 - 08:45] 팀 협업 스크립트</a:t>
            </a:r>
          </a:p>
          <a:p>
            <a:r>
              <a:t>“팀 협업 및 형상 관리 내역입니다.</a:t>
            </a:r>
          </a:p>
          <a:p>
            <a:r>
              <a:t>저희 5명은 기획/프론트엔드, AI/백엔드 코어 개발과 함께 서비스 정책·동의서 설계, 유통사 실무 규격 조사, 테스트 음원 수집 및 사용성 검증으로 역할을 전문적으로 분담했습니다.</a:t>
            </a:r>
          </a:p>
          <a:p>
            <a:r>
              <a:t>GitHub PR을 통해 상호 코드 리뷰를 거쳐 안전하게 머지했으며,</a:t>
            </a:r>
          </a:p>
          <a:p>
            <a:r>
              <a:t>테스트 과정에서 수렴된 피드백을 신속하게 조율하며 완성도 높은 제품으로 완성했습니다.”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[08:45 - 09:15] 배포 및 윤리 스크립트</a:t>
            </a:r>
          </a:p>
          <a:p>
            <a:r>
              <a:t>“발매로는 현재 Vercel과 Oracle Cloud VM을 통해 외부에서 실제 접속 가능한 형태로 배포되어 있습니다.</a:t>
            </a:r>
          </a:p>
          <a:p>
            <a:r>
              <a:t>또한 AI 네이티브 프로젝트로서 AI 윤리를 철저히 준수했습니다.</a:t>
            </a:r>
          </a:p>
          <a:p>
            <a:r>
              <a:t>AI 생성물 표기는 물론, 타인의 음원을 도용하지 못하도록 소리 지문 기술을 적용했으며,</a:t>
            </a:r>
          </a:p>
          <a:p>
            <a:r>
              <a:t>이용 동의서에 따라 10월 31일 모든 테스트 데이터를 일괄 파기하도록 설계했습니다.”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[09:15 - 09:45] 로드맵 스크립트</a:t>
            </a:r>
          </a:p>
          <a:p>
            <a:r>
              <a:t>“향후 발전 로드맵입니다.</a:t>
            </a:r>
          </a:p>
          <a:p>
            <a:r>
              <a:t>현재 발매로는 발매에 필요한 모든 자료를 완벽한 릴리즈 팩으로 묶어주는 1단계를 달성했습니다.</a:t>
            </a:r>
          </a:p>
          <a:p>
            <a:r>
              <a:t>다음 단계에서는 심의 가사 검수와 다중 트랙 EP 지원을 강화하고,</a:t>
            </a:r>
          </a:p>
          <a:p>
            <a:r>
              <a:t>장기적으로는 유통사들과의 파트너십을 통해 발매로에서 클릭 한 번으로 유통 심사까지 직결되는 유통 제휴 생태계를 만들어갈 것입니다.”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[09:45 - 10:00] 발표 마무리 및 Q&amp;A 전환 스크립트</a:t>
            </a:r>
          </a:p>
          <a:p>
            <a:r>
              <a:t>“'곡을 만드는 사람에게, 발매 준비까지 혼자 맡기지 않도록' - 이것이 저희 팀이 5개월의 여정 끝에 완성한 발매로의 약속입니다.</a:t>
            </a:r>
          </a:p>
          <a:p>
            <a:r>
              <a:t>이상으로 발표를 마치고, 심사위원분들의 질문에 성심껏 답변드리겠습니다. 감사합니다.”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384048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AI NATIVE FINAL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601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Pretendard"/>
              </a:defRPr>
            </a:pPr>
            <a:r>
              <a:t>발매로 (Balmaero)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A5B4FC"/>
                </a:solidFill>
                <a:latin typeface="Pretendard"/>
              </a:defRPr>
            </a:pPr>
            <a:r>
              <a:t>“음원 한 곡에서, 발매 가능한 릴리즈 팩까지.”</a:t>
            </a:r>
          </a:p>
          <a:p>
            <a:pPr>
              <a:defRPr sz="1300">
                <a:solidFill>
                  <a:srgbClr val="E2E8F0"/>
                </a:solidFill>
                <a:latin typeface="Pretendard"/>
              </a:defRPr>
            </a:pPr>
            <a:r>
              <a:t>완성된 음원 한 곡을 분석해 발매에 필요한 기획·비주얼·메타데이터를 하나의 릴리즈 팩으로 만들어 주는 AI 발매 준비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2064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Pretendard"/>
              </a:defRPr>
            </a:pPr>
            <a:r>
              <a:t>발표: 발매로 개발팀  |  평가 일시: 2026. 10. 21 ~ 22  |  배포: Oracle Cloud VM &amp; 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Pretendard"/>
              </a:defRPr>
            </a:pPr>
            <a:r>
              <a:t>#02  | 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Pretendard"/>
              </a:defRPr>
            </a:pPr>
            <a:r>
              <a:t>⏱ 00:30 ~ 01:30 (1분)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곡은 완성돼도 발매 준비는 끝나지 않습니다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1E1B4B"/>
                </a:solidFill>
                <a:latin typeface="Pretendard"/>
              </a:defRPr>
            </a:pPr>
            <a:r>
              <a:t>1. 파편화된 발매 준비 과정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음원은 완성했지만 앨범 커버, 소개글, 비주얼 영상, 유통사 양식이 제각각 분산됨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디자인 툴, 메타데이터 문서, 이메일 등 5개 이상의 창을 오가며 준비해야 하는 피로감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1인 창작자가 오롯이 감당하기엔 너무 많은 행정적·시각적 허들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9470" y="1554480"/>
            <a:ext cx="3291840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4F46E5"/>
                </a:solidFill>
                <a:latin typeface="Pretendard"/>
              </a:defRPr>
            </a:pPr>
            <a:r>
              <a:t>2. 1차 가설과 인디밴드의 반응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[초기 가설] 인디밴드는 앨범 커버와 홍보 에셋을 AI가 만들어주면 가장 만족할 것이다.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[실제 테스트 반응] 전문 인디밴드는 확고한 예술적 주관을 가지고 있어 AI 커버에 쉽게 만족하지 못함.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프롬프트를 고도화했으나 '전문가 시장에서 AI 비주얼만으로는 승산이 없다'는 한계 직면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8335" y="1554480"/>
            <a:ext cx="32918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1E1B4B"/>
                </a:solidFill>
                <a:latin typeface="Pretendard"/>
              </a:defRPr>
            </a:pPr>
            <a:r>
              <a:t>3. 진짜 막히는 지점의 발견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인디밴드와의 인터뷰 및 테스트를 통해 발견한 진짜 병목: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“디자인도 고민이지만, 유통사마다 다른 곡 메타데이터 규격과 심의 기준, 소개글 작성이 훨씬 막막하다.”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외주 비용보다 '어떻게 발매 규격을 맞춰야 할지 모르는 막막함'이 핵심 문제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Pretendard"/>
              </a:defRPr>
            </a:pPr>
            <a:r>
              <a:t>#03  |  SOLUTION &amp; PIVOT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Pretendard"/>
              </a:defRPr>
            </a:pPr>
            <a:r>
              <a:t>⏱ 01:30 ~ 02:30 (1분)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사용자 인터뷰가 문제의 범위를 바꿨습니다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4F46E5"/>
                </a:solidFill>
                <a:latin typeface="Pretendard"/>
              </a:defRPr>
            </a:pPr>
            <a:r>
              <a:t>🔄 1차 기획 ➔ 2차 기획 방향 전환 (DECISIONS #30)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[대상 전환] 전문 인디밴드 ➔ '처음 발매하는 누구나 (개인, 학생, 아마추어)'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[중심 이동] 비주얼 커버 중심 ➔ '발매 준비 · 홍보 · 커뮤니티 반응' 중심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[커버의 위상] 메인 제품에서 '발매 준비를 보조하는 기능'으로 재정의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[차별화 포인트] AI가 알아서 결정하는 것이 아닌, 'AI가 먼저 듣고 사람이 고치는' A&amp;R 협업 구조 채택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42255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1E1B4B"/>
                </a:solidFill>
                <a:latin typeface="Pretendard"/>
              </a:defRPr>
            </a:pPr>
            <a:r>
              <a:t>✨ 발매로의 3대 핵심 해결책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① 안전하게 발매 준비하기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 - 발매 정보 표기 검사 및 자동 교정, 권리 자가진단, 유통사별 판정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 - 등록 마감일 자동 계산 및 제출 준비표(CSV) 일괄 생성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② 최소한의 홍보 에셋 완성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 - 채널별 맞춤 홍보 카피, ffmpeg 기반 숏폼(15초) &amp; Spotify Canvas(8초) 영상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③ 내 노래에 대한 반응 확인 ('들어봐')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 - 발매 전 커뮤니티(별점·태그·한마디) 피드백 수집 및 창작자 간 소통 공간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Pretendard"/>
              </a:defRPr>
            </a:pPr>
            <a:r>
              <a:t>#04  |  SERVICE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Pretendard"/>
              </a:defRPr>
            </a:pPr>
            <a:r>
              <a:t>⏱ 02:30 ~ 05:00 (2.5분) ★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발매로의 전체 흐름을 직접 보여드리겠습니다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1460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1E1B4B"/>
                </a:solidFill>
                <a:latin typeface="Pretendard"/>
              </a:defRPr>
            </a:pPr>
            <a:r>
              <a:t>Step 1. 음원 업로드 &amp; 파싱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오디오 파일 업로드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librosa 기반 물리량 파싱 (BPM, 스펙트럼 에너지)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실시간 분석 진행률 UI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[체험 모드] 예시곡 즉시 지원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1554480"/>
            <a:ext cx="2514600" cy="3931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4F46E5"/>
                </a:solidFill>
                <a:latin typeface="Pretendard"/>
              </a:defRPr>
            </a:pPr>
            <a:r>
              <a:t>Step 2. A&amp;R 기획 &amp; 수정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Gemini 오디오 감성 분석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A&amp;R 콘셉트 리포트 자동 생성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[협업 설계] 연필 아이콘 인라인 수정기 제공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30초 내 초안 완성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554480"/>
            <a:ext cx="251460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1E1B4B"/>
                </a:solidFill>
                <a:latin typeface="Pretendard"/>
              </a:defRPr>
            </a:pPr>
            <a:r>
              <a:t>Step 3. 비주얼 에셋 선택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gpt-image-2 앨범 커버 3종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3000px 초고화질 업스케일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ffmpeg 숏폼(15초) 영상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Spotify Canvas(8초) 생성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33688" y="1554480"/>
            <a:ext cx="2514600" cy="3931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10B981"/>
                </a:solidFill>
                <a:latin typeface="Pretendard"/>
              </a:defRPr>
            </a:pPr>
            <a:r>
              <a:t>Step 4. 릴리즈 팩 &amp; '들어봐'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발매 규격 검사 &amp; 마감일 계산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채널별 홍보 글 &amp; 피칭 메일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제출 준비표(CSV) + ZIP 팩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🎧 '들어봐' 피드 공개 (10초 시연)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23560"/>
            <a:ext cx="10728655" cy="59436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Pretendard"/>
              </a:defRPr>
            </a:pPr>
            <a:r>
              <a:t>💡 데모 운영 안정성 확보: 네트워크 및 외부 API 한도 리스크에 대비하여 [60초 백업 시연 영상]과 [원클릭 예시곡 체험 모드]를 상시 대기 중입니다.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Pretendard"/>
              </a:defRPr>
            </a:pPr>
            <a:r>
              <a:t>#05  |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Pretendard"/>
              </a:defRPr>
            </a:pPr>
            <a:r>
              <a:t>⏱ 05:00 ~ 05:45 (45초)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한 번의 업로드가 릴리즈 팩이 되기까지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1E1B4B"/>
                </a:solidFill>
                <a:latin typeface="Pretendard"/>
              </a:defRPr>
            </a:pPr>
            <a:r>
              <a:t>1. Frontend (Client Layer)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플랫폼: React, Vite, Tailwind CSS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배포 환경: Vercel CDN 글로벌 배포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핵심 인터랙션: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- 오디오 파형 반응형 재생 및 시각화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- A&amp;R 리포트 인라인 실시간 편집기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- '들어봐' 커뮤니티 피드 &amp; 비동기 작업 폴링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- 모바일 반응형 최적화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9470" y="1554480"/>
            <a:ext cx="3291840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4F46E5"/>
                </a:solidFill>
                <a:latin typeface="Pretendard"/>
              </a:defRPr>
            </a:pPr>
            <a:r>
              <a:t>2. Backend &amp; Engine (API Layer)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프레임워크: FastAPI (Python 3.12 비동기)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호스팅: Oracle Cloud VM (api.201.n-e.kr)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코어 파이프라인: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- librosa DSP 물리량 추출 엔진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- ffmpeg 영상 렌더링 파이프라인 (숏폼/Canvas)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- 발매 규격 검사기 및 ZIP 번들러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- SQLite / 세션 관리 및 작업 캐싱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8335" y="1554480"/>
            <a:ext cx="32918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1E1B4B"/>
                </a:solidFill>
                <a:latin typeface="Pretendard"/>
              </a:defRPr>
            </a:pPr>
            <a:r>
              <a:t>3. AI &amp; Model Layer (Inference)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오디오 멀티모달: Google Gemini 3.8 Flash (Fallback 체인: 3.7 ➔ 3.6 ➔ 3.5)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에이전트 프레임워크: LangChain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이미지 생성: gpt-image-2 (코디세이 API) + 3000px 초고화질 업스케일러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구조적 파싱: Pydantic &amp; JSON 스키마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Pretendard"/>
              </a:defRPr>
            </a:pPr>
            <a:r>
              <a:t>#06  |  CORE TECH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Pretendard"/>
              </a:defRPr>
            </a:pPr>
            <a:r>
              <a:t>⏱ 05:45 ~ 06:30 (45초)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숫자로 분석하고, 콘셉트로 해석합니다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1E1B4B"/>
                </a:solidFill>
                <a:latin typeface="Pretendard"/>
              </a:defRPr>
            </a:pPr>
            <a:r>
              <a:t>📊 Track A. librosa DSP 엔진 (정량적 물리량)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음원의 물리적 사운드 데이터를 수학적으로 분석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주요 추출 지표: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- BPM (템포) 및 비트 그리드 정밀 측정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- Spectral Centroid (음색의 밝기/무게감)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- RMS Energy (곡의 에너지 및 다이내믹 레인지)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역할: 객관적인 음원 스펙을 제공하여 유통사 메타데이터 규격 작성의 신뢰도 확보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42255" cy="3931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4F46E5"/>
                </a:solidFill>
                <a:latin typeface="Pretendard"/>
              </a:defRPr>
            </a:pPr>
            <a:r>
              <a:t>🎧 Track B. Gemini 3.8 Flash (청각 감성 해석)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오디오 파일을 직접 듣고 멀티모달로 이해하는 AI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주요 해석 내용: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- 보컬 특성 (남성/여성, 음색, 딜리버리 스타일)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- 주요 사용 악기 및 편곡 분위기 파악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- 곡이 전달하는 감정선(Melancholic, Energetic 등)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역할: 물리량이 포착하지 못하는 곡의 무드와 예술적 콘셉트 해석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Pretendard"/>
              </a:defRPr>
            </a:pPr>
            <a:r>
              <a:t>🔑 핵심 설계 원칙: AI의 분석 결과는 '확정'이 아닌 사용자가 언제든 수정할 수 있는 '정교한 초안(Draft)'으로 작동합니다.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Pretendard"/>
              </a:defRPr>
            </a:pPr>
            <a:r>
              <a:t>#07  |  CORE TECH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Pretendard"/>
              </a:defRPr>
            </a:pPr>
            <a:r>
              <a:t>⏱ 06:30 ~ 07:15 (45초)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전문 역할이 하나의 콘셉트를 공유합니다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3931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4F46E5"/>
                </a:solidFill>
                <a:latin typeface="Pretendard"/>
              </a:defRPr>
            </a:pPr>
            <a:r>
              <a:t>1. A&amp;R 기획 에이전트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입력: DSP 물리량 + Gemini 청각 분석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산출물: 곡명 제안, 장르 정의, 앨범 콘셉트, 타겟 리스너 프로파일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[중요 분기점]: 사람이 직접 확인하고 수정·승인한 뒤 다음 에이전트로 전달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9470" y="1554480"/>
            <a:ext cx="329184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1E1B4B"/>
                </a:solidFill>
                <a:latin typeface="Pretendard"/>
              </a:defRPr>
            </a:pPr>
            <a:r>
              <a:t>2. 비주얼 디렉터 에이전트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승인된 A&amp;R 콘셉트를 시각 프롬프트로 변환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gpt-image-2를 통해 앨범 커버 3종 생성 및 3000px 업스케일링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ffmpeg 파이프라인과 연동하여 숏폼/Canvas 영상 프레임 구성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8335" y="1554480"/>
            <a:ext cx="329184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1E1B4B"/>
                </a:solidFill>
                <a:latin typeface="Pretendard"/>
              </a:defRPr>
            </a:pPr>
            <a:r>
              <a:t>3. 카피 · 피칭 · 에디토리얼 (총 5종)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승인된 콘셉트와 곡 소개를 바탕으로 텍스트 자동화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[카피라이터] 인스타·틱톡·스레드·X 맞춤 홍보 카피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[피칭 &amp; 에디토리얼] 영/한 피칭 메일 및 Spotify 피칭 문구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5종 에이전트가 단일 A&amp;R 콘셉트를 공유하여 일관성 유지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10728655" cy="59436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Pretendard"/>
              </a:defRPr>
            </a:pPr>
            <a:r>
              <a:t>⚡ LangChain 오케스트레이션 이점: 단일 프롬프트 대비 프롬프트 오염을 방지하고, 에이전트 간 일관된 콘셉트를 JSON 파서로 완벽히 공유합니다.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Pretendard"/>
              </a:defRPr>
            </a:pPr>
            <a:r>
              <a:t>#08  |  TESTING &amp;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Pretendard"/>
              </a:defRPr>
            </a:pPr>
            <a:r>
              <a:t>⏱ 07:15 ~ 08:00 (45초) ★ 필수요건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다섯 명의 테스트가 세 가지 변화를 만들었습니다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10B981"/>
                </a:solidFill>
                <a:latin typeface="Pretendard"/>
              </a:defRPr>
            </a:pPr>
            <a:r>
              <a:t>📊 실사용 테스트 실측 지표 (10/16~19)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[전체 모수] 서버 기록 기준 35명 사용 · 설문 10건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 (구분: 발매 준비 19명, '들어봐' 반응 참여 16명 / 팀원 포함)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[핵심 1] 업로드 ➔ A&amp;R 노트 완성: 중앙값 30초 (0.5분, 실패 0건)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[핵심 2] 노트를 직접 수정한 작업: 71% (5/7건)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 👉 'AI가 먼저 듣고 사람이 고친다'는 협업 설계가 유효함을 증명!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[만족도] 전반 만족도 &amp; 재사용 의향 &amp; AI해석 정확도: 모두 4.67 / 5.0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[홍보글 평가] 응답자 3명 전원 '그대로 쓸 수 있다' 답변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 (모수: 10/18 3차 실사용자 설문 3명 정밀 실측)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42255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1E1B4B"/>
                </a:solidFill>
                <a:latin typeface="Pretendard"/>
              </a:defRPr>
            </a:pPr>
            <a:r>
              <a:t>🛠 피드백 기반 핵심 개선 사례 (Before ➔ After)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① 커버 아트 생성 시간 대폭 단축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 - Before: 생성 대기 시간 5분 초과로 인한 사용자 이탈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 - After: 후보 6장 ➔ 3장, 키 2개 교대로 [체험 작업 실측 81초] 단축!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② '노트를 받고 뭘 해야 할지 모름' 이탈 방지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 - Before: 텍스트가 멈춘 듯 보여 혼란 발생 (가장 많이 멈춘 구간)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 - After: 직관적인 연필 아이콘, 수정 안내 가이드, 버전 히스토리 추가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③ 곡이 없는 사용자 배려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 - After: 파일 없이도 즉시 체험 가능한 [체험 모드(예시 곡)] 신설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Pretendard"/>
              </a:defRPr>
            </a:pPr>
            <a:r>
              <a:t>#09  |  TEAM &amp;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Pretendard"/>
              </a:defRPr>
            </a:pPr>
            <a:r>
              <a:t>⏱ 08:00 ~ 08:45 (45초)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역할은 나누고, 하나의 제품으로 연결했습니다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94560"/>
                <a:gridCol w="4663440"/>
                <a:gridCol w="2499055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담당자 / 포지션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세부 담당 업무 및 실기여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주요 산출물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팀장 (David)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Product Lead &amp; 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발매로 기획 총괄, 4단계 UX 설계, React 프론트엔드 UI 구현 및 최적화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React UI 코드, 발표 자료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원일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Tech Lead &amp; AI / Backend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FastAPI 서버 전체, librosa+Gemini 오디오 엔진, LangChain 5종, 유통사 검사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백엔드 API, AI 파이프라인, 제출문서 5종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이은희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Service Policy &amp; UX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서비스 이용약관 및 개인정보 동의서(v1.2~1.6) 기획, 데이터 파기 규정 수립, 10/16 피드백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개인정보 동의서(v1.6), 개선안 리포트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신미영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Industry Research &amp; QA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유통사(DistroKid/뮤즈플랫폼) 규격 조사, 실음원 테스트 진행 및 개선안 리포트(33건 도출)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유통사 조사서, 실음원 테스트 리포트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이지은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Audio Dataset &amp; Usability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장르별 테스트용 음원 데이터 수집·정비, 실사용자 테스트 진행 지원 및 만족도 설문 집계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테스트 음원셋, 설문 집계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E1B4B"/>
                </a:solidFill>
                <a:latin typeface="Pretendard"/>
              </a:defRPr>
            </a:pPr>
            <a:r>
              <a:t>🌿 GitHub 형상 관리 및 팀 협업 프로세스</a:t>
            </a:r>
          </a:p>
          <a:p>
            <a:pPr>
              <a:defRPr sz="1050">
                <a:solidFill>
                  <a:srgbClr val="0F172A"/>
                </a:solidFill>
                <a:latin typeface="Pretendard"/>
              </a:defRPr>
            </a:pPr>
            <a:r>
              <a:t>• 브랜치 전략: 기능별 feature 브랜치 분리 ➔ Pull Request(PR) 기반 상호 코드 리뷰 후 main 머지</a:t>
            </a:r>
          </a:p>
          <a:p>
            <a:pPr>
              <a:defRPr sz="1050">
                <a:solidFill>
                  <a:srgbClr val="0F172A"/>
                </a:solidFill>
                <a:latin typeface="Pretendard"/>
              </a:defRPr>
            </a:pPr>
            <a:r>
              <a:t>• 피드백 반영: 실사용자 테스트에서 수렴된 개선 의견을 화면/백엔드 태그로 분담하여 신속하게 처리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Pretendard"/>
              </a:defRPr>
            </a:pPr>
            <a:r>
              <a:t>#10  |  DEPLOYMENT &amp;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Pretendard"/>
              </a:defRPr>
            </a:pPr>
            <a:r>
              <a:t>⏱ 08:45 ~ 09:15 (30초) ★ 필수요건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직접 사용할 수 있는 서비스로 배포했습니다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1E1B4B"/>
                </a:solidFill>
                <a:latin typeface="Pretendard"/>
              </a:defRPr>
            </a:pPr>
            <a:r>
              <a:t>🌐 외부 접근 가능한 실배포 환경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[프론트엔드 URL] https://codyssey-m2-1.vercel.app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[백엔드 API URL] Oracle Cloud VM (api.201.n-e.kr)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상시 가동 상태로 외부 누구나 즉시 접근 가능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[지원 환경 및 최적화]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- 데스크톱 Chrome/Edge/Safari 완벽 대응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- 모바일 웹 뷰 가독성 및 터치 인터랙션 최적화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- 예시곡 체험 모드로 파일이 없는 사용자도 즉시 시연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42255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4F46E5"/>
                </a:solidFill>
                <a:latin typeface="Pretendard"/>
              </a:defRPr>
            </a:pPr>
            <a:r>
              <a:t>⚖️ 철저한 AI 윤리 및 저작권 준수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① AI 생성물 투명성 명시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 - 릴리즈 팩 내 모든 이미지 및 텍스트에 'AI Generated' 메타데이터 표기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 - 음원 등록 시 'AI 활용 여부' 표시 선택권 제공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② 저작권 보호 및 무단 도용 방지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 - 오디오 핑거프린트(소리 지문)를 통한 타인 곡 도용 및 중복 업로드 차단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③ 개인정보 보호 및 데이터 파기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 - 서비스 이용 동의서 v1.6 적용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   - 테스트 종료 후 [10월 31일 테스트 음원 및 유저 데이터 일괄 파기] 명시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Pretendard"/>
              </a:defRPr>
            </a:pPr>
            <a:r>
              <a:t>#11  | 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Pretendard"/>
              </a:defRPr>
            </a:pPr>
            <a:r>
              <a:t>⏱ 09:15 ~ 09:45 (30초)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릴리즈 팩 생성에서 실제 발매 연결까지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10B981"/>
                </a:solidFill>
                <a:latin typeface="Pretendard"/>
              </a:defRPr>
            </a:pPr>
            <a:r>
              <a:t>Phase 1. 현재 완성 단계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[발매 준비물 패키징 완성]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사운드 물리량 + 감성 분석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A&amp;R 리포트 &amp; 초안 편집기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앨범 커버 3종 &amp; 숏폼/Canvas 영상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유통사 규격 검사표 &amp; ZIP 팩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10/18 실사용자 검증 완료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9470" y="1554480"/>
            <a:ext cx="32918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1E1B4B"/>
                </a:solidFill>
                <a:latin typeface="Pretendard"/>
              </a:defRPr>
            </a:pPr>
            <a:r>
              <a:t>Phase 2. 다음 고도화 단계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[검수 및 커스텀 고도화]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심의 가사 금칙어 자동 필터링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앨범 커버 텍스트 인포그래픽 합성기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멀티 트랙(EP/정규 앨범) 지원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유통사별 최신 규격 DB 자동 동기화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8335" y="1554480"/>
            <a:ext cx="32918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700"/>
              </a:spcAft>
              <a:defRPr sz="1350" b="1">
                <a:solidFill>
                  <a:srgbClr val="1E1B4B"/>
                </a:solidFill>
                <a:latin typeface="Pretendard"/>
              </a:defRPr>
            </a:pPr>
            <a:r>
              <a:t>Phase 3. 장기 비전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[유통 파트너 직접 연동]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국내 주요 인디 음원 유통사 제휴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유통사 직접 전송 파이프라인 연계</a:t>
            </a:r>
          </a:p>
          <a:p>
            <a:pPr>
              <a:spcAft>
                <a:spcPts val="350"/>
              </a:spcAft>
              <a:defRPr sz="1100">
                <a:solidFill>
                  <a:srgbClr val="0F172A"/>
                </a:solidFill>
                <a:latin typeface="Pretendard"/>
              </a:defRPr>
            </a:pPr>
            <a:r>
              <a:t>• 글로벌 발매(스포티파이, 애플뮤직) 메타데이터 국제 표준 지원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280160"/>
            <a:ext cx="256032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Q &amp; A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“곡을 만드는 사람에게,</a:t>
            </a:r>
            <a:br/>
            <a:r>
              <a:t>발매 준비까지 혼자 맡기지 않도록.”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7D2FE"/>
                </a:solidFill>
                <a:latin typeface="Pretendard"/>
              </a:defRPr>
            </a:pPr>
            <a:r>
              <a:t>발매로는 인디 창작자가 음악 본연에만 집중할 수 있는 환경을 만듭니다. 경청해 주셔서 감사합니다.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754880"/>
            <a:ext cx="9997135" cy="1280160"/>
          </a:xfrm>
          <a:prstGeom prst="roundRect">
            <a:avLst/>
          </a:prstGeom>
          <a:solidFill>
            <a:srgbClr val="312E81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💬 심사위원 질의응답 (5분) 진행 안내</a:t>
            </a:r>
          </a:p>
          <a:p>
            <a:pPr>
              <a:defRPr sz="1100">
                <a:solidFill>
                  <a:srgbClr val="E2E8F0"/>
                </a:solidFill>
                <a:latin typeface="Pretendard"/>
              </a:defRPr>
            </a:pPr>
            <a:r>
              <a:t>• 서비스 링크: https://codyssey-m2-1.vercel.app  |  코드 저장소: github.com/davidchoi0507/Codyssey_M2-1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